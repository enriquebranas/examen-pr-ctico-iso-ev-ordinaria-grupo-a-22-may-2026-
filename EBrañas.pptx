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57" autoAdjust="0"/>
    <p:restoredTop sz="94660"/>
  </p:normalViewPr>
  <p:slideViewPr>
    <p:cSldViewPr snapToGrid="0">
      <p:cViewPr varScale="1">
        <p:scale>
          <a:sx n="77" d="100"/>
          <a:sy n="77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14358-FDAA-65E2-25CB-0BC8CA417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7F598C-98FF-20EC-DF89-E1F9199A0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4F660C-3B70-0F3D-5919-2CD9BFC5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A9D4F8-984A-3ECC-1AB6-4F4A62ECC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A5C83C-4142-CB48-010F-14839C2E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4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554F5-B39F-AA3D-8838-50B239E0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36C42-9616-5DC1-FE7E-BB3416E6D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758103-6FB5-B6C2-0342-75C13511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EA5E3A-BF63-67D2-E0FF-C2E60C92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4A1814-051F-2307-41C5-C1CEFA31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1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F3144-3DE7-6545-7D78-2C5F6EE6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FA24B-4607-A455-9CBD-5DDAB5C87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2968AF-1BA3-53F9-9012-FB34187B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706665-4990-8376-EB60-267951D3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BB21A1-00B3-ABAE-7CAF-CDB92010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59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5F003-E97B-9C3E-D55F-820D4DBA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366307-0BC2-E885-9CE8-236FC9097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9AE976-2EE0-1338-986B-482B4A357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BDACC4-5B68-D4C2-8479-54F708E6F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D9C2FE-A4DE-7410-F8D5-70299B84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B51DED-BD75-32F3-5C0D-EA593016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25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B5611-8464-F4CB-47D1-8825C7DC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610EB7-BA23-45FE-FEA3-C5156F021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28AA56-1D76-46D0-49EC-2831921C1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7C1A1B-8F13-08C2-CBE9-4C2E06607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A74808-CEFB-5996-FA2F-7502C970C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1243E3-CD16-998C-D583-D10A43D4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0A7410-6BD5-D2FF-6503-377ED9DF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9A3FCE-68B6-7D70-0317-47BD2594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35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FE290-77C5-7583-2462-6D329334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58632F-28B1-DD73-86E3-89047980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84159A-29D6-BE4D-C067-2383D002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407EB1-F2F7-5CEF-583B-BC5AD014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14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710FD5-C1AF-9E63-EAF6-7B98965B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D499E4-3246-0230-75C3-4C3BA03E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F51775-16DC-39E7-A869-A57547DE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220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3A57A-0F96-2D96-03F2-3D60A8D0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0C524D-E4CD-C109-B74A-C613DB726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CAA003-3730-5211-E3B1-97F4A6E0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CF5A6E-E16B-49CB-5661-3232DB7B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61620E-7EE6-87B1-DA42-2946CB36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4DB032-CA00-2A50-2008-9C507831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210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C406-77E3-5E45-77F6-49F071AA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33D01D-100F-E685-6117-90612FE34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DCFC41-69E7-7A9D-8C1E-106A79B5E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1D7BE-C19D-B0A7-0949-A5716CC8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E7CD85-07AD-D002-3ED6-AA8254D4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7CC8F0-A151-734E-993C-FF2DC999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01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68C78-473B-2480-EA73-3B991A17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CD9BD8-5A15-9DC8-7888-225DAC726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C40C4C-6D63-5488-F177-3CD7B071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075915-B56E-1C07-5E06-A3CEDEE4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AB3EBE-9FAB-192E-8FC2-3C0C29D0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484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944B38-5ACC-8F9E-DF19-ED026F82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25BD2B-75F0-9084-06FB-16A18A07F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355B2A-77F8-CD06-E28A-19FCC442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F2EE9-5825-7F06-6726-541378F2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13801C-0E38-899D-3C31-7E4DEEA0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589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B740DA-0338-FF95-9E47-58B31257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27A283-2A3E-207A-EE45-9008B0BD8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AAAAE-E236-1F58-6A69-3271DE2DC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D61B-3A80-4B8F-8E7B-8C84E003803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46DA04-D2B0-2966-7FBD-ECCB7A0D8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DE4AB2-BD46-46A7-4ABB-377183618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68DB5-FB6D-4DC7-9BEC-62FF68474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556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A2E1E3-7BE6-C6AD-F8EA-17B83284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3" y="118600"/>
            <a:ext cx="9774014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6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EFE892-C3ED-ECEE-70BE-E2AD171B2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252570" cy="46816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29B4735-CC62-94F9-AA9E-FDB1D59B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004" y="1799094"/>
            <a:ext cx="7857995" cy="505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4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2CB7806-367D-5739-7685-D42DF75D6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975970"/>
            <a:ext cx="7268589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0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123DF05-B72F-C015-BB47-E44B9137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0"/>
            <a:ext cx="9858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9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00B65D5-7F92-DDE2-9020-AF6EF2E0AD58}"/>
              </a:ext>
            </a:extLst>
          </p:cNvPr>
          <p:cNvGrpSpPr/>
          <p:nvPr/>
        </p:nvGrpSpPr>
        <p:grpSpPr>
          <a:xfrm>
            <a:off x="2045917" y="845796"/>
            <a:ext cx="7874698" cy="4365032"/>
            <a:chOff x="3099969" y="371121"/>
            <a:chExt cx="5992061" cy="313485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D93D6E7-24E2-095E-FA10-280B37CF7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9969" y="371121"/>
              <a:ext cx="5992061" cy="225774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6BCBDE3-E44D-BC65-F3E1-0B554B5A5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9969" y="2628862"/>
              <a:ext cx="5992061" cy="877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339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C306D8-93C5-82A1-0AC2-4047F8BF6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226" y="1910219"/>
            <a:ext cx="7115548" cy="30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5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ACCD111-2152-276D-EB71-26DEFD921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396" y="2686832"/>
            <a:ext cx="6545208" cy="148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5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FCC0DA-4C53-B911-AB6D-2877582AD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651" y="2098109"/>
            <a:ext cx="7960698" cy="266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49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F311FC-F746-7C95-A4E5-D6096D39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7" y="181419"/>
            <a:ext cx="7047978" cy="14095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16C08A-2F8D-F4C7-3BC2-62323901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67" y="1794045"/>
            <a:ext cx="7047978" cy="16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3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>
            <a:extLst>
              <a:ext uri="{FF2B5EF4-FFF2-40B4-BE49-F238E27FC236}">
                <a16:creationId xmlns:a16="http://schemas.microsoft.com/office/drawing/2014/main" id="{2C2A6B15-7B07-F649-E714-552C148EF317}"/>
              </a:ext>
            </a:extLst>
          </p:cNvPr>
          <p:cNvGrpSpPr/>
          <p:nvPr/>
        </p:nvGrpSpPr>
        <p:grpSpPr>
          <a:xfrm>
            <a:off x="430060" y="125389"/>
            <a:ext cx="7847558" cy="6024891"/>
            <a:chOff x="-6263" y="-62631"/>
            <a:chExt cx="7847558" cy="6024891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BD9D9C3-23B7-33F5-0152-34DEBDEAA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818106"/>
              <a:ext cx="3920647" cy="2853489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7D1C576E-B5F0-9F44-51EC-2D594388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263" y="3656439"/>
              <a:ext cx="3920647" cy="2305821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D1AD714F-3FBB-CFDD-A31F-422260AF9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7516" y="913372"/>
              <a:ext cx="3920648" cy="2315705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66A376B-BA1D-7A13-E97D-A30E18BCD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6263" y="-62631"/>
              <a:ext cx="7847558" cy="980945"/>
            </a:xfrm>
            <a:prstGeom prst="rect">
              <a:avLst/>
            </a:prstGeom>
          </p:spPr>
        </p:pic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DFF4161B-6710-FDFF-3BB2-8BCFD6EA2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449" y="3959746"/>
            <a:ext cx="5724744" cy="219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46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15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 Branas De La Sota</dc:creator>
  <cp:lastModifiedBy>Enrique  Branas De La Sota</cp:lastModifiedBy>
  <cp:revision>7</cp:revision>
  <dcterms:created xsi:type="dcterms:W3CDTF">2026-05-22T09:20:03Z</dcterms:created>
  <dcterms:modified xsi:type="dcterms:W3CDTF">2026-05-22T11:45:55Z</dcterms:modified>
</cp:coreProperties>
</file>